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starting our series Strong and Courageous.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Joshua had every reason to be afraid. His mentor was gone and the task ahead was enormous. Maybe you are standing at the edge of something big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that courage here is a command, not a feeling. God does not say feel brave. He says be strong. We need to choose courage because God is with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thing: courage grows when we remember who goes with us. Fear shrinks when we meditate on God's word day and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this week, I want to challenge you. Write down the one fear that is holding you back. Then trust God and take one step of obedience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Faith Over Fear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message from Joshua 1</a:t>
            </a:r>
          </a:p>
          <a:p>
            <a:r>
              <a:t>Pastor Dana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Moses has died</a:t>
            </a:r>
          </a:p>
          <a:p>
            <a:r>
              <a:t>Israel stands at the edge of the promised land</a:t>
            </a:r>
          </a:p>
          <a:p>
            <a:r>
              <a:t>Joshua 1:1-5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God's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 strong and courageous</a:t>
            </a:r>
          </a:p>
          <a:p>
            <a:r>
              <a:t>Do not be afraid or discouraged</a:t>
            </a:r>
          </a:p>
          <a:p>
            <a:r>
              <a:t>Joshua 1:6-9</a:t>
            </a:r>
          </a:p>
        </p:txBody>
      </p:sp>
      <p:pic>
        <p:nvPicPr>
          <p:cNvPr id="4" name="Picture 3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Courage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Living It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 your fear</a:t>
            </a:r>
          </a:p>
          <a:p>
            <a:r>
              <a:t>Read Joshua 1:9 every morning</a:t>
            </a:r>
          </a:p>
          <a:p>
            <a:r>
              <a:t>Take one obedient step this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groups start Wednesday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